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7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EA5E9"/>
                </a:solidFill>
                <a:latin typeface="Aptos"/>
              </a:defRPr>
            </a:pPr>
            <a:r>
              <a:t>DG INTERNS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  <a:latin typeface="Aptos"/>
              </a:defRPr>
            </a:pPr>
            <a:r>
              <a:t>WEEK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ADVANCED WEB APPLICATION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CBD5E1"/>
                </a:solidFill>
                <a:latin typeface="Aptos"/>
              </a:defRPr>
            </a:pPr>
            <a:r>
              <a:t>REST API Development &amp; Advanced Backend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Prepared by: [</a:t>
            </a:r>
            <a:r>
              <a:rPr lang="en-IN" dirty="0"/>
              <a:t>Nishanth G A</a:t>
            </a:r>
            <a:r>
              <a:rPr dirty="0"/>
              <a:t>]  |  Submission: 14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4345B"/>
                </a:solidFill>
                <a:latin typeface="Aptos"/>
              </a:defRPr>
            </a:pPr>
            <a:r>
              <a:t>Project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DG INTERNS HUB  •  WEEK 8                                       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• DG Interns Hub is a job and internship portal developed across Week 7 and Week 8.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• Week 8 strengthens the backend behind user accounts, job discovery, and applications.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• Focus: maintainable architecture, secure APIs, database quality, and reliable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4345B"/>
                </a:solidFill>
                <a:latin typeface="Aptos"/>
              </a:defRPr>
            </a:pPr>
            <a:r>
              <a:t>Week 8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DG INTERNS HUB  •  WEEK 8                                       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• Build professional REST APIs and separate backend responsibilities.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• Implement CRUD, validation, middleware, and centralized errors.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• Add search, combined filters, pagination, and sorting.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• Secure endpoints and document/test them using Postman.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4345B"/>
                </a:solidFill>
                <a:latin typeface="Aptos"/>
              </a:defRPr>
            </a:pPr>
            <a:r>
              <a:t>Backend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DG INTERNS HUB  •  WEEK 8                                       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Config: environment settings and MongoDB connection.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Models: User, Job, and Application schemas, references, and indexes.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Controllers: business logic; Routes: HTTP endpoint mapping.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Middleware: authentication, roles, validation, and error handling.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Keep server.js focused on setup and route mounting.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4345B"/>
                </a:solidFill>
                <a:latin typeface="Aptos"/>
              </a:defRPr>
            </a:pPr>
            <a:r>
              <a:t>REST APIs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DG INTERNS HUB  •  WEEK 8                                       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Auth: register, login, current user, logout.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Users: read, update, and delete own profile.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Jobs: list, search, filter, read one, create, update, delete.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Applications: apply, view own, read one, update status, delete.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Use consistent JSON responses and suitable HTTP status codes.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4345B"/>
                </a:solidFill>
                <a:latin typeface="Aptos"/>
              </a:defRPr>
            </a:pPr>
            <a:r>
              <a:t>Authentication &amp; Authorization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DG INTERNS HUB  •  WEEK 8                                       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Hash passwords with bcrypt; never store plaintext passwords.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Issue signed JWTs and verify them on protected routes.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Use Bearer tokens in Authorization headers.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Apply role-based permissions to privileged job/status operations.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Candidates should only access their own profile and applications.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4345B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DG INTERNS HUB  •  WEEK 8                                        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• Required controls: JWT, password hashing, validation, protected routes, roles, environment variables.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• Additional controls: rate limiting, Helmet, CORS, request-size limits.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• Protect MongoDB queries and return safe error messages.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• Never commit .env, passwords, database URIs, or live tokens.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4345B"/>
                </a:solidFill>
                <a:latin typeface="Aptos"/>
              </a:defRPr>
            </a:pPr>
            <a:r>
              <a:t>Database &amp;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DG INTERNS HUB  •  WEEK 8                                        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Use Mongoose schemas, references, required fields, and unique constraints.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Index normalized email and commonly queried fields where appropriate.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Perform search/filter/sort/pagination in MongoDB.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Prevent duplicate applications and avoid unnecessary queries.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Verify actual collections and indexes before documenting results.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4345B"/>
                </a:solidFill>
                <a:latin typeface="Aptos"/>
              </a:defRPr>
            </a:pPr>
            <a:r>
              <a:t>Postman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DG INTERNS HUB  •  WEEK 8                                        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Test authentication, jobs, applications, and user endpoints.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Cover invalid login, duplicate registration, invalid input, and missing/invalid tokens.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Test wrong roles, search, combined filters, pagination, and sorting.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Capture real success/error responses and retain the Postman collection.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Postman testing has been reported completed; attach genuine evidence.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4345B"/>
                </a:solidFill>
                <a:latin typeface="Aptos"/>
              </a:defRPr>
            </a:pPr>
            <a:r>
              <a:t>Screenshots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DG INTERNS HUB  •  WEEK 8                               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Include folder structure, routes, authentication, search/filter, pagination, and Postman.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Include success/error responses, MongoDB records, and GitHub repository.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Complete API-DOCUMENTATION.md and README.md.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Submit the 8–10 page report and this 9-slide presentation after replacing placeholders.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Verify every claim against the running project; do not present unverified features as complete.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222FA1-7E8E-5517-D1DF-206E534FC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190" y="3427532"/>
            <a:ext cx="1788816" cy="27091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E5A754-09DB-5972-FB5F-71EBC1D56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70" y="3601811"/>
            <a:ext cx="3413367" cy="24047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E89188-972D-CA46-289B-DF0098F93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680" y="3427532"/>
            <a:ext cx="1935073" cy="27091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2055576-C7E8-0E67-F526-1F42E2595A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3706" y="3460542"/>
            <a:ext cx="4178036" cy="22732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648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DG Interns Hub Week 8</dc:title>
  <dc:subject>Advanced Backend Engineering Internship</dc:subject>
  <dc:creator>[Your Name]</dc:creator>
  <cp:keywords/>
  <dc:description>generated using python-pptx</dc:description>
  <cp:lastModifiedBy>Nishanth G A</cp:lastModifiedBy>
  <cp:revision>2</cp:revision>
  <dcterms:created xsi:type="dcterms:W3CDTF">2013-01-27T09:14:16Z</dcterms:created>
  <dcterms:modified xsi:type="dcterms:W3CDTF">2026-10-12T11:11:44Z</dcterms:modified>
  <cp:category/>
</cp:coreProperties>
</file>